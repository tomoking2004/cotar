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75C992-BEAC-42E0-A8B0-0550E7B489D6}" v="138" dt="2026-07-15T03:51:56.40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友晴 中野" userId="7745f754105584bc" providerId="LiveId" clId="{5630E433-BF67-4131-AF42-68530FFE0C57}"/>
    <pc:docChg chg="undo redo custSel addSld delSld modSld sldOrd">
      <pc:chgData name="友晴 中野" userId="7745f754105584bc" providerId="LiveId" clId="{5630E433-BF67-4131-AF42-68530FFE0C57}" dt="2026-07-15T03:53:36.877" v="46466" actId="207"/>
      <pc:docMkLst>
        <pc:docMk/>
      </pc:docMkLst>
      <pc:sldChg chg="modSp add mod ord modShow">
        <pc:chgData name="友晴 中野" userId="7745f754105584bc" providerId="LiveId" clId="{5630E433-BF67-4131-AF42-68530FFE0C57}" dt="2026-07-13T14:29:28.102" v="39983"/>
        <pc:sldMkLst>
          <pc:docMk/>
          <pc:sldMk cId="3824685403" sldId="267"/>
        </pc:sldMkLst>
        <pc:spChg chg="mod">
          <ac:chgData name="友晴 中野" userId="7745f754105584bc" providerId="LiveId" clId="{5630E433-BF67-4131-AF42-68530FFE0C57}" dt="2026-06-16T16:44:59.205" v="31857" actId="20577"/>
          <ac:spMkLst>
            <pc:docMk/>
            <pc:sldMk cId="3824685403" sldId="267"/>
            <ac:spMk id="3" creationId="{44B12062-01E6-3726-49BC-FCDA28FE6DF5}"/>
          </ac:spMkLst>
        </pc:spChg>
      </pc:sldChg>
      <pc:sldChg chg="add mod ord modShow">
        <pc:chgData name="友晴 中野" userId="7745f754105584bc" providerId="LiveId" clId="{5630E433-BF67-4131-AF42-68530FFE0C57}" dt="2026-07-13T14:29:29.197" v="39985"/>
        <pc:sldMkLst>
          <pc:docMk/>
          <pc:sldMk cId="3337948012" sldId="321"/>
        </pc:sldMkLst>
      </pc:sldChg>
      <pc:sldChg chg="modSp add del mod ord">
        <pc:chgData name="友晴 中野" userId="7745f754105584bc" providerId="LiveId" clId="{5630E433-BF67-4131-AF42-68530FFE0C57}" dt="2026-07-14T10:58:52.188" v="40008" actId="47"/>
        <pc:sldMkLst>
          <pc:docMk/>
          <pc:sldMk cId="126862047" sldId="322"/>
        </pc:sldMkLst>
      </pc:sldChg>
      <pc:sldChg chg="addSp delSp modSp add del mod modNotesTx">
        <pc:chgData name="友晴 中野" userId="7745f754105584bc" providerId="LiveId" clId="{5630E433-BF67-4131-AF42-68530FFE0C57}" dt="2026-07-14T10:58:52.620" v="40009" actId="47"/>
        <pc:sldMkLst>
          <pc:docMk/>
          <pc:sldMk cId="2323640659" sldId="328"/>
        </pc:sldMkLst>
      </pc:sldChg>
      <pc:sldChg chg="addSp delSp modSp add mod ord">
        <pc:chgData name="友晴 中野" userId="7745f754105584bc" providerId="LiveId" clId="{5630E433-BF67-4131-AF42-68530FFE0C57}" dt="2026-07-15T01:51:34.892" v="44854" actId="20577"/>
        <pc:sldMkLst>
          <pc:docMk/>
          <pc:sldMk cId="2834520640" sldId="329"/>
        </pc:sldMkLst>
        <pc:spChg chg="mod">
          <ac:chgData name="友晴 中野" userId="7745f754105584bc" providerId="LiveId" clId="{5630E433-BF67-4131-AF42-68530FFE0C57}" dt="2026-07-14T10:59:07.898" v="40041" actId="20577"/>
          <ac:spMkLst>
            <pc:docMk/>
            <pc:sldMk cId="2834520640" sldId="329"/>
            <ac:spMk id="2" creationId="{08F7DD1F-E242-3BC8-303A-02F4C1C943B6}"/>
          </ac:spMkLst>
        </pc:spChg>
        <pc:spChg chg="mod">
          <ac:chgData name="友晴 中野" userId="7745f754105584bc" providerId="LiveId" clId="{5630E433-BF67-4131-AF42-68530FFE0C57}" dt="2026-07-15T01:51:34.892" v="44854" actId="20577"/>
          <ac:spMkLst>
            <pc:docMk/>
            <pc:sldMk cId="2834520640" sldId="329"/>
            <ac:spMk id="3" creationId="{AD9835C4-560E-32AC-8DDE-D35BB5F4CCA5}"/>
          </ac:spMkLst>
        </pc:spChg>
      </pc:sldChg>
      <pc:sldChg chg="addSp delSp modSp add del mod ord">
        <pc:chgData name="友晴 中野" userId="7745f754105584bc" providerId="LiveId" clId="{5630E433-BF67-4131-AF42-68530FFE0C57}" dt="2026-07-14T10:58:53.080" v="40010" actId="47"/>
        <pc:sldMkLst>
          <pc:docMk/>
          <pc:sldMk cId="3573065055" sldId="330"/>
        </pc:sldMkLst>
      </pc:sldChg>
      <pc:sldChg chg="modSp add del mod ord">
        <pc:chgData name="友晴 中野" userId="7745f754105584bc" providerId="LiveId" clId="{5630E433-BF67-4131-AF42-68530FFE0C57}" dt="2026-07-14T10:58:53.607" v="40011" actId="47"/>
        <pc:sldMkLst>
          <pc:docMk/>
          <pc:sldMk cId="1843298169" sldId="331"/>
        </pc:sldMkLst>
      </pc:sldChg>
      <pc:sldChg chg="modSp add mod">
        <pc:chgData name="友晴 中野" userId="7745f754105584bc" providerId="LiveId" clId="{5630E433-BF67-4131-AF42-68530FFE0C57}" dt="2026-07-15T03:25:10.323" v="46296" actId="207"/>
        <pc:sldMkLst>
          <pc:docMk/>
          <pc:sldMk cId="736751500" sldId="332"/>
        </pc:sldMkLst>
        <pc:spChg chg="mod">
          <ac:chgData name="友晴 中野" userId="7745f754105584bc" providerId="LiveId" clId="{5630E433-BF67-4131-AF42-68530FFE0C57}" dt="2026-07-14T17:26:03.447" v="43189" actId="20577"/>
          <ac:spMkLst>
            <pc:docMk/>
            <pc:sldMk cId="736751500" sldId="332"/>
            <ac:spMk id="2" creationId="{A0B6D912-34D8-DCF4-EC92-B3E85B16566B}"/>
          </ac:spMkLst>
        </pc:spChg>
        <pc:spChg chg="mod">
          <ac:chgData name="友晴 中野" userId="7745f754105584bc" providerId="LiveId" clId="{5630E433-BF67-4131-AF42-68530FFE0C57}" dt="2026-07-15T03:25:10.323" v="46296" actId="207"/>
          <ac:spMkLst>
            <pc:docMk/>
            <pc:sldMk cId="736751500" sldId="332"/>
            <ac:spMk id="3" creationId="{BB6F405C-E6F2-0C88-2C73-A711103DD5DC}"/>
          </ac:spMkLst>
        </pc:spChg>
      </pc:sldChg>
      <pc:sldChg chg="addSp delSp modSp add del mod">
        <pc:chgData name="友晴 中野" userId="7745f754105584bc" providerId="LiveId" clId="{5630E433-BF67-4131-AF42-68530FFE0C57}" dt="2026-07-14T10:59:12.989" v="40042" actId="47"/>
        <pc:sldMkLst>
          <pc:docMk/>
          <pc:sldMk cId="2686993024" sldId="333"/>
        </pc:sldMkLst>
      </pc:sldChg>
      <pc:sldChg chg="modSp add mod modShow">
        <pc:chgData name="友晴 中野" userId="7745f754105584bc" providerId="LiveId" clId="{5630E433-BF67-4131-AF42-68530FFE0C57}" dt="2026-07-14T10:56:08.273" v="40007" actId="3626"/>
        <pc:sldMkLst>
          <pc:docMk/>
          <pc:sldMk cId="2031150941" sldId="334"/>
        </pc:sldMkLst>
        <pc:spChg chg="mod">
          <ac:chgData name="友晴 中野" userId="7745f754105584bc" providerId="LiveId" clId="{5630E433-BF67-4131-AF42-68530FFE0C57}" dt="2026-07-14T10:56:08.273" v="40007" actId="3626"/>
          <ac:spMkLst>
            <pc:docMk/>
            <pc:sldMk cId="2031150941" sldId="334"/>
            <ac:spMk id="3" creationId="{7F7C06A4-ED16-B359-6B1F-1638F896E293}"/>
          </ac:spMkLst>
        </pc:spChg>
      </pc:sldChg>
      <pc:sldChg chg="addSp delSp modSp add mod ord modNotesTx">
        <pc:chgData name="友晴 中野" userId="7745f754105584bc" providerId="LiveId" clId="{5630E433-BF67-4131-AF42-68530FFE0C57}" dt="2026-07-15T02:03:34.887" v="44992" actId="20577"/>
        <pc:sldMkLst>
          <pc:docMk/>
          <pc:sldMk cId="2960447047" sldId="335"/>
        </pc:sldMkLst>
        <pc:spChg chg="mod">
          <ac:chgData name="友晴 中野" userId="7745f754105584bc" providerId="LiveId" clId="{5630E433-BF67-4131-AF42-68530FFE0C57}" dt="2026-07-15T01:41:58.666" v="44687" actId="20577"/>
          <ac:spMkLst>
            <pc:docMk/>
            <pc:sldMk cId="2960447047" sldId="335"/>
            <ac:spMk id="2" creationId="{DC970511-5523-966D-2735-0F7E83EA6CD3}"/>
          </ac:spMkLst>
        </pc:spChg>
        <pc:spChg chg="del mod">
          <ac:chgData name="友晴 中野" userId="7745f754105584bc" providerId="LiveId" clId="{5630E433-BF67-4131-AF42-68530FFE0C57}" dt="2026-07-14T14:07:38.611" v="40322" actId="478"/>
          <ac:spMkLst>
            <pc:docMk/>
            <pc:sldMk cId="2960447047" sldId="335"/>
            <ac:spMk id="3" creationId="{0C15F80E-85B7-995C-3322-3748BC92E93E}"/>
          </ac:spMkLst>
        </pc:spChg>
        <pc:spChg chg="add del mod">
          <ac:chgData name="友晴 中野" userId="7745f754105584bc" providerId="LiveId" clId="{5630E433-BF67-4131-AF42-68530FFE0C57}" dt="2026-07-14T14:07:40.386" v="40323" actId="478"/>
          <ac:spMkLst>
            <pc:docMk/>
            <pc:sldMk cId="2960447047" sldId="335"/>
            <ac:spMk id="7" creationId="{B116AA3E-B0FE-FE54-2255-B00B17BB3EBF}"/>
          </ac:spMkLst>
        </pc:spChg>
        <pc:spChg chg="add mod">
          <ac:chgData name="友晴 中野" userId="7745f754105584bc" providerId="LiveId" clId="{5630E433-BF67-4131-AF42-68530FFE0C57}" dt="2026-07-14T17:22:34.649" v="43173" actId="1035"/>
          <ac:spMkLst>
            <pc:docMk/>
            <pc:sldMk cId="2960447047" sldId="335"/>
            <ac:spMk id="8" creationId="{6900588A-A15D-2013-6820-40F9850EF1A4}"/>
          </ac:spMkLst>
        </pc:spChg>
        <pc:spChg chg="add mod">
          <ac:chgData name="友晴 中野" userId="7745f754105584bc" providerId="LiveId" clId="{5630E433-BF67-4131-AF42-68530FFE0C57}" dt="2026-07-14T17:23:21.219" v="43176" actId="208"/>
          <ac:spMkLst>
            <pc:docMk/>
            <pc:sldMk cId="2960447047" sldId="335"/>
            <ac:spMk id="9" creationId="{37BFE23A-7529-BFBA-8ABA-E807839822FF}"/>
          </ac:spMkLst>
        </pc:spChg>
        <pc:spChg chg="add mod">
          <ac:chgData name="友晴 中野" userId="7745f754105584bc" providerId="LiveId" clId="{5630E433-BF67-4131-AF42-68530FFE0C57}" dt="2026-07-14T17:23:44.716" v="43178" actId="1076"/>
          <ac:spMkLst>
            <pc:docMk/>
            <pc:sldMk cId="2960447047" sldId="335"/>
            <ac:spMk id="11" creationId="{6F18E38A-9D0E-8D30-187C-491BC3784E99}"/>
          </ac:spMkLst>
        </pc:spChg>
        <pc:spChg chg="add del mod">
          <ac:chgData name="友晴 中野" userId="7745f754105584bc" providerId="LiveId" clId="{5630E433-BF67-4131-AF42-68530FFE0C57}" dt="2026-07-14T17:40:49.147" v="43667" actId="478"/>
          <ac:spMkLst>
            <pc:docMk/>
            <pc:sldMk cId="2960447047" sldId="335"/>
            <ac:spMk id="13" creationId="{70AA6BC4-E00A-8865-6CD1-6BBD2B715B93}"/>
          </ac:spMkLst>
        </pc:spChg>
        <pc:spChg chg="add del mod">
          <ac:chgData name="友晴 中野" userId="7745f754105584bc" providerId="LiveId" clId="{5630E433-BF67-4131-AF42-68530FFE0C57}" dt="2026-07-14T17:40:50.395" v="43668" actId="478"/>
          <ac:spMkLst>
            <pc:docMk/>
            <pc:sldMk cId="2960447047" sldId="335"/>
            <ac:spMk id="15" creationId="{CBD8FC6E-80E8-9E4B-4790-CA70911934A5}"/>
          </ac:spMkLst>
        </pc:spChg>
        <pc:picChg chg="add mod">
          <ac:chgData name="友晴 中野" userId="7745f754105584bc" providerId="LiveId" clId="{5630E433-BF67-4131-AF42-68530FFE0C57}" dt="2026-07-14T14:18:58.944" v="40335" actId="1076"/>
          <ac:picMkLst>
            <pc:docMk/>
            <pc:sldMk cId="2960447047" sldId="335"/>
            <ac:picMk id="5" creationId="{CE1659A0-66AA-EB33-7A95-AF067AC564E4}"/>
          </ac:picMkLst>
        </pc:picChg>
      </pc:sldChg>
      <pc:sldChg chg="modSp add mod">
        <pc:chgData name="友晴 中野" userId="7745f754105584bc" providerId="LiveId" clId="{5630E433-BF67-4131-AF42-68530FFE0C57}" dt="2026-07-14T16:36:49.881" v="41753" actId="20577"/>
        <pc:sldMkLst>
          <pc:docMk/>
          <pc:sldMk cId="3812732914" sldId="336"/>
        </pc:sldMkLst>
        <pc:spChg chg="mod">
          <ac:chgData name="友晴 中野" userId="7745f754105584bc" providerId="LiveId" clId="{5630E433-BF67-4131-AF42-68530FFE0C57}" dt="2026-07-14T16:15:29.663" v="40542" actId="20577"/>
          <ac:spMkLst>
            <pc:docMk/>
            <pc:sldMk cId="3812732914" sldId="336"/>
            <ac:spMk id="2" creationId="{41A84A55-2D96-F3AD-8941-35545D4E0C4B}"/>
          </ac:spMkLst>
        </pc:spChg>
        <pc:spChg chg="mod">
          <ac:chgData name="友晴 中野" userId="7745f754105584bc" providerId="LiveId" clId="{5630E433-BF67-4131-AF42-68530FFE0C57}" dt="2026-07-14T16:36:49.881" v="41753" actId="20577"/>
          <ac:spMkLst>
            <pc:docMk/>
            <pc:sldMk cId="3812732914" sldId="336"/>
            <ac:spMk id="3" creationId="{A7495ED8-2A84-BE49-5023-4A11D7E5A5CC}"/>
          </ac:spMkLst>
        </pc:spChg>
      </pc:sldChg>
      <pc:sldChg chg="modSp add mod">
        <pc:chgData name="友晴 中野" userId="7745f754105584bc" providerId="LiveId" clId="{5630E433-BF67-4131-AF42-68530FFE0C57}" dt="2026-07-15T03:52:02.859" v="46464" actId="20577"/>
        <pc:sldMkLst>
          <pc:docMk/>
          <pc:sldMk cId="3615461306" sldId="337"/>
        </pc:sldMkLst>
        <pc:spChg chg="mod">
          <ac:chgData name="友晴 中野" userId="7745f754105584bc" providerId="LiveId" clId="{5630E433-BF67-4131-AF42-68530FFE0C57}" dt="2026-07-15T03:52:02.859" v="46464" actId="20577"/>
          <ac:spMkLst>
            <pc:docMk/>
            <pc:sldMk cId="3615461306" sldId="337"/>
            <ac:spMk id="3" creationId="{FBC72BC5-7E39-A70B-CBE8-53B8A8C3FFB4}"/>
          </ac:spMkLst>
        </pc:spChg>
      </pc:sldChg>
      <pc:sldChg chg="addSp modSp add mod">
        <pc:chgData name="友晴 中野" userId="7745f754105584bc" providerId="LiveId" clId="{5630E433-BF67-4131-AF42-68530FFE0C57}" dt="2026-07-14T16:42:46.677" v="41868" actId="20577"/>
        <pc:sldMkLst>
          <pc:docMk/>
          <pc:sldMk cId="4280227772" sldId="338"/>
        </pc:sldMkLst>
        <pc:spChg chg="mod">
          <ac:chgData name="友晴 中野" userId="7745f754105584bc" providerId="LiveId" clId="{5630E433-BF67-4131-AF42-68530FFE0C57}" dt="2026-07-14T16:21:05.662" v="40944" actId="20577"/>
          <ac:spMkLst>
            <pc:docMk/>
            <pc:sldMk cId="4280227772" sldId="338"/>
            <ac:spMk id="2" creationId="{BA3E987F-F404-8CE6-0D75-EF992DFCE398}"/>
          </ac:spMkLst>
        </pc:spChg>
        <pc:spChg chg="mod">
          <ac:chgData name="友晴 中野" userId="7745f754105584bc" providerId="LiveId" clId="{5630E433-BF67-4131-AF42-68530FFE0C57}" dt="2026-07-14T16:42:38.213" v="41854" actId="20577"/>
          <ac:spMkLst>
            <pc:docMk/>
            <pc:sldMk cId="4280227772" sldId="338"/>
            <ac:spMk id="3" creationId="{BBF59525-D5C2-3E70-198D-2F81EC69BC42}"/>
          </ac:spMkLst>
        </pc:spChg>
        <pc:graphicFrameChg chg="add mod modGraphic">
          <ac:chgData name="友晴 中野" userId="7745f754105584bc" providerId="LiveId" clId="{5630E433-BF67-4131-AF42-68530FFE0C57}" dt="2026-07-14T16:42:46.677" v="41868" actId="20577"/>
          <ac:graphicFrameMkLst>
            <pc:docMk/>
            <pc:sldMk cId="4280227772" sldId="338"/>
            <ac:graphicFrameMk id="4" creationId="{5ECC52CD-FE9E-8BFF-6184-E1107BC8AB6E}"/>
          </ac:graphicFrameMkLst>
        </pc:graphicFrameChg>
      </pc:sldChg>
      <pc:sldChg chg="addSp delSp modSp add mod">
        <pc:chgData name="友晴 中野" userId="7745f754105584bc" providerId="LiveId" clId="{5630E433-BF67-4131-AF42-68530FFE0C57}" dt="2026-07-15T03:02:16.765" v="46162" actId="20578"/>
        <pc:sldMkLst>
          <pc:docMk/>
          <pc:sldMk cId="1025625176" sldId="339"/>
        </pc:sldMkLst>
        <pc:spChg chg="mod">
          <ac:chgData name="友晴 中野" userId="7745f754105584bc" providerId="LiveId" clId="{5630E433-BF67-4131-AF42-68530FFE0C57}" dt="2026-07-14T16:38:52.019" v="41775" actId="20577"/>
          <ac:spMkLst>
            <pc:docMk/>
            <pc:sldMk cId="1025625176" sldId="339"/>
            <ac:spMk id="2" creationId="{2EB3D543-A9EF-8D73-1092-6DF3D0A6F225}"/>
          </ac:spMkLst>
        </pc:spChg>
        <pc:spChg chg="mod">
          <ac:chgData name="友晴 中野" userId="7745f754105584bc" providerId="LiveId" clId="{5630E433-BF67-4131-AF42-68530FFE0C57}" dt="2026-07-15T03:02:16.765" v="46162" actId="20578"/>
          <ac:spMkLst>
            <pc:docMk/>
            <pc:sldMk cId="1025625176" sldId="339"/>
            <ac:spMk id="3" creationId="{CF278058-23D0-23D1-3DAD-CD4EB3FCDA95}"/>
          </ac:spMkLst>
        </pc:spChg>
        <pc:graphicFrameChg chg="add del mod modGraphic">
          <ac:chgData name="友晴 中野" userId="7745f754105584bc" providerId="LiveId" clId="{5630E433-BF67-4131-AF42-68530FFE0C57}" dt="2026-07-15T02:11:25.820" v="45113" actId="478"/>
          <ac:graphicFrameMkLst>
            <pc:docMk/>
            <pc:sldMk cId="1025625176" sldId="339"/>
            <ac:graphicFrameMk id="4" creationId="{89644EC3-CC74-E8D6-9870-4758067AE94E}"/>
          </ac:graphicFrameMkLst>
        </pc:graphicFrameChg>
      </pc:sldChg>
      <pc:sldChg chg="addSp modSp add mod">
        <pc:chgData name="友晴 中野" userId="7745f754105584bc" providerId="LiveId" clId="{5630E433-BF67-4131-AF42-68530FFE0C57}" dt="2026-07-14T17:20:51.267" v="43154" actId="20577"/>
        <pc:sldMkLst>
          <pc:docMk/>
          <pc:sldMk cId="263476900" sldId="340"/>
        </pc:sldMkLst>
        <pc:spChg chg="mod">
          <ac:chgData name="友晴 中野" userId="7745f754105584bc" providerId="LiveId" clId="{5630E433-BF67-4131-AF42-68530FFE0C57}" dt="2026-07-14T17:20:51.267" v="43154" actId="20577"/>
          <ac:spMkLst>
            <pc:docMk/>
            <pc:sldMk cId="263476900" sldId="340"/>
            <ac:spMk id="2" creationId="{F91946C9-E59F-1214-2BE7-D3298234363B}"/>
          </ac:spMkLst>
        </pc:spChg>
        <pc:spChg chg="mod">
          <ac:chgData name="友晴 中野" userId="7745f754105584bc" providerId="LiveId" clId="{5630E433-BF67-4131-AF42-68530FFE0C57}" dt="2026-07-14T17:19:14.378" v="43104" actId="20577"/>
          <ac:spMkLst>
            <pc:docMk/>
            <pc:sldMk cId="263476900" sldId="340"/>
            <ac:spMk id="3" creationId="{94821000-F044-CFAA-130A-1AD7BBC80E46}"/>
          </ac:spMkLst>
        </pc:spChg>
        <pc:graphicFrameChg chg="add mod modGraphic">
          <ac:chgData name="友晴 中野" userId="7745f754105584bc" providerId="LiveId" clId="{5630E433-BF67-4131-AF42-68530FFE0C57}" dt="2026-07-14T17:20:30.043" v="43127" actId="20577"/>
          <ac:graphicFrameMkLst>
            <pc:docMk/>
            <pc:sldMk cId="263476900" sldId="340"/>
            <ac:graphicFrameMk id="4" creationId="{1CEF2218-7BCF-A2E3-732A-EF7FA70AE275}"/>
          </ac:graphicFrameMkLst>
        </pc:graphicFrameChg>
      </pc:sldChg>
      <pc:sldChg chg="add del">
        <pc:chgData name="友晴 中野" userId="7745f754105584bc" providerId="LiveId" clId="{5630E433-BF67-4131-AF42-68530FFE0C57}" dt="2026-07-14T17:21:01.019" v="43157" actId="47"/>
        <pc:sldMkLst>
          <pc:docMk/>
          <pc:sldMk cId="2191206924" sldId="341"/>
        </pc:sldMkLst>
      </pc:sldChg>
      <pc:sldChg chg="modSp add mod">
        <pc:chgData name="友晴 中野" userId="7745f754105584bc" providerId="LiveId" clId="{5630E433-BF67-4131-AF42-68530FFE0C57}" dt="2026-07-14T17:05:28.904" v="42715" actId="20577"/>
        <pc:sldMkLst>
          <pc:docMk/>
          <pc:sldMk cId="2944350579" sldId="342"/>
        </pc:sldMkLst>
        <pc:spChg chg="mod">
          <ac:chgData name="友晴 中野" userId="7745f754105584bc" providerId="LiveId" clId="{5630E433-BF67-4131-AF42-68530FFE0C57}" dt="2026-07-14T17:05:28.904" v="42715" actId="20577"/>
          <ac:spMkLst>
            <pc:docMk/>
            <pc:sldMk cId="2944350579" sldId="342"/>
            <ac:spMk id="3" creationId="{2D9D7734-76BD-B52E-B51D-5DC8E5436262}"/>
          </ac:spMkLst>
        </pc:spChg>
      </pc:sldChg>
      <pc:sldChg chg="modSp add mod">
        <pc:chgData name="友晴 中野" userId="7745f754105584bc" providerId="LiveId" clId="{5630E433-BF67-4131-AF42-68530FFE0C57}" dt="2026-07-15T03:53:36.877" v="46466" actId="207"/>
        <pc:sldMkLst>
          <pc:docMk/>
          <pc:sldMk cId="4209500420" sldId="343"/>
        </pc:sldMkLst>
        <pc:spChg chg="mod">
          <ac:chgData name="友晴 中野" userId="7745f754105584bc" providerId="LiveId" clId="{5630E433-BF67-4131-AF42-68530FFE0C57}" dt="2026-07-15T01:50:44.244" v="44837"/>
          <ac:spMkLst>
            <pc:docMk/>
            <pc:sldMk cId="4209500420" sldId="343"/>
            <ac:spMk id="2" creationId="{370866E3-BB00-4613-0674-497E229CF0CF}"/>
          </ac:spMkLst>
        </pc:spChg>
        <pc:spChg chg="mod">
          <ac:chgData name="友晴 中野" userId="7745f754105584bc" providerId="LiveId" clId="{5630E433-BF67-4131-AF42-68530FFE0C57}" dt="2026-07-15T03:53:36.877" v="46466" actId="207"/>
          <ac:spMkLst>
            <pc:docMk/>
            <pc:sldMk cId="4209500420" sldId="343"/>
            <ac:spMk id="3" creationId="{6F543CB5-2DFB-D136-939E-F38C9C0B3884}"/>
          </ac:spMkLst>
        </pc:spChg>
      </pc:sldChg>
      <pc:sldChg chg="addSp delSp modSp add mod ord">
        <pc:chgData name="友晴 中野" userId="7745f754105584bc" providerId="LiveId" clId="{5630E433-BF67-4131-AF42-68530FFE0C57}" dt="2026-07-15T02:28:10.221" v="46082" actId="1076"/>
        <pc:sldMkLst>
          <pc:docMk/>
          <pc:sldMk cId="2630240419" sldId="344"/>
        </pc:sldMkLst>
        <pc:spChg chg="mod">
          <ac:chgData name="友晴 中野" userId="7745f754105584bc" providerId="LiveId" clId="{5630E433-BF67-4131-AF42-68530FFE0C57}" dt="2026-07-15T02:12:44.083" v="45175" actId="20577"/>
          <ac:spMkLst>
            <pc:docMk/>
            <pc:sldMk cId="2630240419" sldId="344"/>
            <ac:spMk id="2" creationId="{18972A4C-58E1-7900-4498-0AB0803DB015}"/>
          </ac:spMkLst>
        </pc:spChg>
        <pc:spChg chg="mod">
          <ac:chgData name="友晴 中野" userId="7745f754105584bc" providerId="LiveId" clId="{5630E433-BF67-4131-AF42-68530FFE0C57}" dt="2026-07-15T02:25:09.452" v="45935" actId="20577"/>
          <ac:spMkLst>
            <pc:docMk/>
            <pc:sldMk cId="2630240419" sldId="344"/>
            <ac:spMk id="3" creationId="{1BFDE21F-19EB-B65B-8274-B2482667EA7C}"/>
          </ac:spMkLst>
        </pc:spChg>
        <pc:spChg chg="add del mod">
          <ac:chgData name="友晴 中野" userId="7745f754105584bc" providerId="LiveId" clId="{5630E433-BF67-4131-AF42-68530FFE0C57}" dt="2026-07-15T02:25:44.832" v="45939" actId="478"/>
          <ac:spMkLst>
            <pc:docMk/>
            <pc:sldMk cId="2630240419" sldId="344"/>
            <ac:spMk id="5" creationId="{98485540-F168-6393-81DF-FEB3D3C3D10A}"/>
          </ac:spMkLst>
        </pc:spChg>
        <pc:spChg chg="add mod">
          <ac:chgData name="友晴 中野" userId="7745f754105584bc" providerId="LiveId" clId="{5630E433-BF67-4131-AF42-68530FFE0C57}" dt="2026-07-15T02:28:10.221" v="46082" actId="1076"/>
          <ac:spMkLst>
            <pc:docMk/>
            <pc:sldMk cId="2630240419" sldId="344"/>
            <ac:spMk id="7" creationId="{F3BF8ACB-C27B-F2F1-9AA5-29DEFA91E467}"/>
          </ac:spMkLst>
        </pc:spChg>
        <pc:spChg chg="add mod">
          <ac:chgData name="友晴 中野" userId="7745f754105584bc" providerId="LiveId" clId="{5630E433-BF67-4131-AF42-68530FFE0C57}" dt="2026-07-15T02:28:02.155" v="46081" actId="14100"/>
          <ac:spMkLst>
            <pc:docMk/>
            <pc:sldMk cId="2630240419" sldId="344"/>
            <ac:spMk id="8" creationId="{8FF0B361-F7BD-57EB-48A5-0EA2ADE31EBA}"/>
          </ac:spMkLst>
        </pc:spChg>
        <pc:graphicFrameChg chg="mod modGraphic">
          <ac:chgData name="友晴 中野" userId="7745f754105584bc" providerId="LiveId" clId="{5630E433-BF67-4131-AF42-68530FFE0C57}" dt="2026-07-15T02:25:18.621" v="45936" actId="1076"/>
          <ac:graphicFrameMkLst>
            <pc:docMk/>
            <pc:sldMk cId="2630240419" sldId="344"/>
            <ac:graphicFrameMk id="4" creationId="{5994E245-5A4F-81D9-8AD2-8F36ECD2955D}"/>
          </ac:graphicFrameMkLst>
        </pc:graphicFrameChg>
      </pc:sldChg>
      <pc:sldChg chg="modSp add mod">
        <pc:chgData name="友晴 中野" userId="7745f754105584bc" providerId="LiveId" clId="{5630E433-BF67-4131-AF42-68530FFE0C57}" dt="2026-07-15T03:01:18.757" v="46154" actId="20577"/>
        <pc:sldMkLst>
          <pc:docMk/>
          <pc:sldMk cId="1271209819" sldId="345"/>
        </pc:sldMkLst>
        <pc:spChg chg="mod">
          <ac:chgData name="友晴 中野" userId="7745f754105584bc" providerId="LiveId" clId="{5630E433-BF67-4131-AF42-68530FFE0C57}" dt="2026-07-15T03:01:18.757" v="46154" actId="20577"/>
          <ac:spMkLst>
            <pc:docMk/>
            <pc:sldMk cId="1271209819" sldId="345"/>
            <ac:spMk id="3" creationId="{C1D649DD-0F68-E3BF-CD6C-AB72DF61B0F0}"/>
          </ac:spMkLst>
        </pc:spChg>
      </pc:sldChg>
      <pc:sldChg chg="modSp add del mod">
        <pc:chgData name="友晴 中野" userId="7745f754105584bc" providerId="LiveId" clId="{5630E433-BF67-4131-AF42-68530FFE0C57}" dt="2026-07-15T03:52:13.836" v="46465" actId="47"/>
        <pc:sldMkLst>
          <pc:docMk/>
          <pc:sldMk cId="1799919604" sldId="346"/>
        </pc:sldMkLst>
        <pc:spChg chg="mod">
          <ac:chgData name="友晴 中野" userId="7745f754105584bc" providerId="LiveId" clId="{5630E433-BF67-4131-AF42-68530FFE0C57}" dt="2026-07-15T03:01:31.650" v="46161" actId="27636"/>
          <ac:spMkLst>
            <pc:docMk/>
            <pc:sldMk cId="1799919604" sldId="346"/>
            <ac:spMk id="3" creationId="{0105526D-9932-ABD0-AAEC-3D52B904AB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400">
                <a:solidFill>
                  <a:srgbClr val="595959"/>
                </a:solidFill>
              </a:defRPr>
            </a:pPr>
          </a:p>
        </c:txPr>
        <c:crossAx val="2068027336"/>
        <c:crosses val="autoZero"/>
        <c:majorUnit val="10.0"/>
      </c:valAx>
    </c:plotArea>
    <c:legend>
      <c:legendPos val="t"/>
      <c:overlay val="0"/>
      <c:txPr>
        <a:bodyPr/>
        <a:lstStyle/>
        <a:p>
          <a:pPr>
            <a:defRPr sz="1400">
              <a:latin typeface="游明朝"/>
            </a:defRPr>
          </a:pPr>
        </a:p>
      </c:txPr>
    </c:legend>
    <c:dispBlanksAs val="gap"/>
  </c:chart>
  <c:txPr>
    <a:bodyPr/>
    <a:lstStyle/>
    <a:p>
      <a:pPr>
        <a:defRPr sz="1400">
          <a:latin typeface="游明朝"/>
          <a:ea typeface="游明朝"/>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らが付録で定めた加工と同じ形の指標を使い，baseline，proposal，ablation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には選択肢が無いので，名指しする選択肢もそもそも定まりません．無作為に決まるものは質問IDから決めているので，9回の学習のすべてで，同じ問が同じ加工を受けます．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加工の例です．評価データの問「Who is wearing the dress?」（答えは women）の画像に，測定でこの問が受けた加工を，同じコードで施しました．指示文の文言と無作為な文字列は質問ID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族ごとに分けた比です．灰色が baseline，赤が proposal，水色が ablation です．文字の重ね書きの2族ではproposal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をどう読み直しても向きは決まらないので，乱数種を足して学習し直すほか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の乱数種43だけが大きく外れているので，向きが決まることは保証されません．残りの2つは前回と同じです．ポスター発表の講演番号は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スターの初案です．会場のボードは横180cm，縦90cmなので，縦向きのA0（高さ118.9cm）は収まりません．横向きのA0にし，3段組で，予稿と同じ章立てに，上部の要点の帯と，予稿以降に測った5章を加えました．5章は予稿に無い結果なので，載せるかどうか，載せるならこの強さで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揃えた内部表現は，画像の加工に対して安定するか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署名で揃えた群では，</a:t>
            </a:r>
            <a:r>
              <a:rPr lang="ja-JP" sz="2800">
                <a:solidFill>
                  <a:srgbClr val="FF0000"/>
                </a:solidFill>
                <a:latin typeface="游明朝"/>
                <a:ea typeface="游明朝"/>
              </a:rPr>
              <a:t>加工による内部表現の動き</a:t>
            </a:r>
            <a:r>
              <a:rPr lang="ja-JP" sz="2800">
                <a:latin typeface="游明朝"/>
                <a:ea typeface="游明朝"/>
              </a:rPr>
              <a:t>が</a:t>
            </a:r>
          </a:p>
          <a:p>
            <a:pPr marL="0" indent="0">
              <a:buNone/>
            </a:pPr>
            <a:r>
              <a:rPr lang="ja-JP" sz="2800">
                <a:latin typeface="游明朝"/>
                <a:ea typeface="游明朝"/>
              </a:rPr>
              <a:t>小さくなるか</a:t>
            </a:r>
          </a:p>
          <a:p>
            <a:pPr marL="0" indent="0">
              <a:buNone/>
            </a:pPr>
            <a:r>
              <a:rPr lang="ja-JP" sz="2800">
                <a:latin typeface="游明朝"/>
                <a:ea typeface="游明朝"/>
              </a:rPr>
              <a:t>→ Waniらと同じ加工と指標で，3群を比べる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整合した群で比が小さい（ablationでは小さくならない）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solidFill>
                  <a:srgbClr val="FF0000"/>
                </a:solidFill>
                <a:latin typeface="游明朝"/>
                <a:ea typeface="游明朝"/>
              </a:rPr>
              <a:t>−9.95pt [−13.82, −6.07]</a:t>
            </a:r>
          </a:p>
          <a:p>
            <a:pPr lvl="1" marL="685800" indent="-228600">
              <a:buFont typeface="Arial"/>
              <a:buChar char="•"/>
            </a:pPr>
            <a:r>
              <a:rPr lang="ja-JP" sz="2400">
                <a:latin typeface="游明朝"/>
                <a:ea typeface="游明朝"/>
              </a:rPr>
              <a:t>区間が0を含まない → ablationより小さい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区間が0を外れるのは，余白付加と切り出し・回転（proposal − baseline）</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比の分母は，群ごとに違う</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物差しを変えても，向きが残るかを確かめた（測った後に足した読み）</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向きはどれも同じ（proposal ＜ baseline ＜ ablation）</a:t>
            </a:r>
          </a:p>
          <a:p>
            <a:pPr marL="0" indent="0">
              <a:buNone/>
            </a:pPr>
            <a:r>
              <a:rPr lang="ja-JP" sz="2200">
                <a:solidFill>
                  <a:srgbClr val="FF0000"/>
                </a:solidFill>
                <a:latin typeface="游明朝"/>
                <a:ea typeface="游明朝"/>
              </a:rPr>
              <a:t>p − b の区間はどれも0を含み，大きさは物差しで約2倍変わる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署名ラベルではなく，対照学習の項を足したこと自体の効果と読める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結果/考察</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第16層の比は，ablationより小さい</a:t>
            </a:r>
          </a:p>
          <a:p>
            <a:pPr marL="228600" indent="-228600">
              <a:buFont typeface="Arial"/>
              <a:buChar char="•"/>
            </a:pPr>
            <a:r>
              <a:rPr lang="ja-JP" sz="2800">
                <a:latin typeface="游明朝"/>
                <a:ea typeface="游明朝"/>
              </a:rPr>
              <a:t>baselineとの差は，向きを決められない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本数は結果を見る前に決め，判定の表もそのまま使う</a:t>
            </a:r>
          </a:p>
          <a:p>
            <a:pPr marL="228600" indent="-228600">
              <a:buFont typeface="Arial"/>
              <a:buChar char="•"/>
            </a:pPr>
            <a:r>
              <a:rPr lang="ja-JP" sz="2800">
                <a:latin typeface="游明朝"/>
                <a:ea typeface="游明朝"/>
              </a:rPr>
              <a:t>回答の種類（yes/noか自由回答か）で揃える群を足し，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整合損失の重み </a:t>
            </a:r>
            <a:r>
              <a:rPr lang="ja-JP" sz="2800">
                <a:latin typeface="Cambria Math"/>
                <a:ea typeface="Cambria Math"/>
              </a:rPr>
              <a:t>𝜆</a:t>
            </a:r>
            <a:r>
              <a:rPr lang="ja-JP" sz="2800">
                <a:latin typeface="游明朝"/>
                <a:ea typeface="游明朝"/>
              </a:rPr>
              <a:t> と，損失を掛ける層を変える</a:t>
            </a:r>
          </a:p>
          <a:p>
            <a:pPr marL="228600" indent="-228600">
              <a:buFont typeface="Arial"/>
              <a:buChar char="•"/>
            </a:pPr>
            <a:r>
              <a:rPr lang="ja-JP" sz="2800">
                <a:latin typeface="游明朝"/>
                <a:ea typeface="游明朝"/>
              </a:rPr>
              <a:t>PCSJ/IMPS 2026でポスター発表（P3-15，11月17日）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A0横（118.9 × 84.1cm）</a:t>
            </a:r>
          </a:p>
          <a:p>
            <a:pPr lvl="1" marL="685800" indent="-228600">
              <a:buFont typeface="Arial"/>
              <a:buChar char="•"/>
            </a:pPr>
            <a:r>
              <a:rPr lang="ja-JP" sz="1800">
                <a:latin typeface="游明朝"/>
                <a:ea typeface="游明朝"/>
              </a:rPr>
              <a:t>ボード（横180 × 縦90cm）に収まる</a:t>
            </a:r>
          </a:p>
          <a:p>
            <a:pPr marL="228600" indent="-228600">
              <a:buFont typeface="Arial"/>
              <a:buChar char="•"/>
            </a:pPr>
            <a:r>
              <a:rPr lang="ja-JP" sz="2200">
                <a:latin typeface="游明朝"/>
                <a:ea typeface="游明朝"/>
              </a:rPr>
              <a:t>予稿と同じ章立て＋要点の帯</a:t>
            </a:r>
          </a:p>
          <a:p>
            <a:pPr marL="228600" indent="-228600">
              <a:buFont typeface="Arial"/>
              <a:buChar char="•"/>
            </a:pPr>
            <a:r>
              <a:rPr lang="ja-JP" sz="2200">
                <a:latin typeface="游明朝"/>
                <a:ea typeface="游明朝"/>
              </a:rPr>
              <a:t>5章（加工と内部表現）は予稿以降の結果</a:t>
            </a:r>
          </a:p>
          <a:p>
            <a:pPr marL="228600" indent="-228600">
              <a:buFont typeface="Arial"/>
              <a:buChar char="•"/>
            </a:pPr>
            <a:r>
              <a:rPr lang="ja-JP" sz="2200">
                <a:latin typeface="游明朝"/>
                <a:ea typeface="游明朝"/>
              </a:rPr>
              <a:t>前期のポスターの配色を引き継いだ</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et al.,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CVPR, 2019.</a:t>
            </a:r>
          </a:p>
          <a:p>
            <a:pPr marL="0" indent="0">
              <a:buNone/>
            </a:pPr>
            <a:r>
              <a:rPr lang="ja-JP" sz="2000">
                <a:latin typeface="游明朝"/>
                <a:ea typeface="游明朝"/>
              </a:rPr>
              <a:t>[3] A. Marafioti et al., “SmolVLM: Redefining Small and Efficient Multimodal Models,” arXiv:2504.05299, 2025.</a:t>
            </a:r>
          </a:p>
          <a:p>
            <a:pPr marL="0" indent="0">
              <a:buNone/>
            </a:pPr>
            <a:r>
              <a:rPr lang="ja-JP" sz="2000">
                <a:latin typeface="游明朝"/>
                <a:ea typeface="游明朝"/>
              </a:rPr>
              <a:t>[4] P. Khosla et al., “Supervised Contrastive Learning,” NeurIPS, 2020.</a:t>
            </a:r>
          </a:p>
          <a:p>
            <a:pPr marL="0" indent="0">
              <a:buNone/>
            </a:pPr>
            <a:r>
              <a:rPr lang="ja-JP" sz="2000">
                <a:latin typeface="游明朝"/>
                <a:ea typeface="游明朝"/>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Words>982</Words>
  <Application>Microsoft Office PowerPoint</Application>
  <PresentationFormat>ワイド画面</PresentationFormat>
  <Paragraphs>140</Paragraphs>
  <Slides>17</Slides>
  <Notes>13</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17</vt:i4>
      </vt:variant>
    </vt:vector>
  </HeadingPairs>
  <TitlesOfParts>
    <vt:vector size="23" baseType="lpstr">
      <vt:lpstr>游ゴシック</vt:lpstr>
      <vt:lpstr>游ゴシック Light</vt:lpstr>
      <vt:lpstr>游明朝</vt:lpstr>
      <vt:lpstr>Arial</vt:lpstr>
      <vt:lpstr>Cambria Math</vt:lpstr>
      <vt:lpstr>Office テーマ</vt:lpstr>
      <vt:lpstr>進捗報告</vt:lpstr>
      <vt:lpstr>今回の進捗</vt:lpstr>
      <vt:lpstr>Verbalizable Representations Form a Global Workspace in Language Models</vt:lpstr>
      <vt:lpstr>Verbalizable Representations Form a Global Workspace in Language Models</vt:lpstr>
      <vt:lpstr>研究背景</vt:lpstr>
      <vt:lpstr>「推論過程が同じ」の定義</vt:lpstr>
      <vt:lpstr>入力データの形状</vt:lpstr>
      <vt:lpstr>提案手法</vt:lpstr>
      <vt:lpstr>提案手法</vt:lpstr>
      <vt:lpstr>3 群での比較実験</vt:lpstr>
      <vt:lpstr>実験結果</vt:lpstr>
      <vt:lpstr>結果/考察</vt:lpstr>
      <vt:lpstr>今後の目標</vt:lpstr>
      <vt:lpstr>参考文献</vt:lpstr>
      <vt:lpstr>参考文献</vt:lpstr>
      <vt:lpstr>参考文献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2026-07-15T03:53:46Z</dcterms:modified>
</cp:coreProperties>
</file>