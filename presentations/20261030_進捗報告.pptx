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10.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前後でほとんど動かず，回答が第16層に頼る度合いを表す相対感度は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整合し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 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まとめます．署名で整合した群の第16層の比は，ラベルを並べ替えた群より小さくなりました．しかし整合前の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物差し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物差し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 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整合した内部表現は，画像の加工に対して安定するか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t>
                      </a:r>
                      <a:br>
                        <a:rPr lang="ja-JP" sz="2200" b="0">
                          <a:solidFill>
                            <a:srgbClr val="000000"/>
                          </a:solidFill>
                          <a:latin typeface="游明朝"/>
                          <a:ea typeface="游明朝"/>
                        </a:rPr>
                      </a:br>
                      <a:r>
                        <a:rPr lang="ja-JP" sz="2200" b="0">
                          <a:solidFill>
                            <a:srgbClr val="000000"/>
                          </a:solidFill>
                          <a:latin typeface="游明朝"/>
                          <a:ea typeface="游明朝"/>
                        </a:rPr>
                        <a:t>（ablation 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latin typeface="游明朝"/>
                <a:ea typeface="游明朝"/>
              </a:rPr>
              <a:t>−9.95pt [−13.82, −6.07]</a:t>
            </a:r>
          </a:p>
          <a:p>
            <a:pPr lvl="1" marL="685800" indent="-228600">
              <a:buFont typeface="Arial"/>
              <a:buChar char="•"/>
            </a:pPr>
            <a:r>
              <a:rPr lang="ja-JP" sz="2400">
                <a:latin typeface="游明朝"/>
                <a:ea typeface="游明朝"/>
              </a:rPr>
              <a:t>区間が0を含まない → ablation 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 baseline：余白付加と切り出し・回転だけ区間が0を外れる</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物差しを変えた比（第16層）</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比の物差しを変えて，向きが残るかを確かめた</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比ではどれも proposal &lt; baseline &lt; ablation，距離そのものでは逆順</a:t>
            </a:r>
          </a:p>
          <a:p>
            <a:pPr marL="0" indent="0">
              <a:buNone/>
            </a:pPr>
            <a:r>
              <a:rPr lang="ja-JP" sz="2200">
                <a:solidFill>
                  <a:srgbClr val="FF0000"/>
                </a:solidFill>
                <a:latin typeface="游明朝"/>
                <a:ea typeface="游明朝"/>
              </a:rPr>
              <a:t>proposal − baseline の区間はどれも0を含み，大きさは物差しに依る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